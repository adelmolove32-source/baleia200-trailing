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BALEIA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5A5A6"/>
                </a:solidFill>
                <a:latin typeface="Calibri"/>
              </a:defRPr>
            </a:pPr>
            <a:r>
              <a:t>Estratégia de rompimento junto à Média Móvel 200</a:t>
            </a:r>
            <a:br/>
            <a:r>
              <a:t>com alta relação risco-retorno para BTCUSDT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Timeframe: 5m | Alvo: 5R | Compressao &lt; 0.6% | SMA20 + SMA200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53"/>
                </a:solidFill>
                <a:latin typeface="Calibri"/>
              </a:defRPr>
            </a:pPr>
            <a:r>
              <a:t>Sinais: BALEIA | COMP | SURGE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Conceito da 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 estrategia busca entries na regiao da SMA200, onde grandes players (baleias) costumam atuar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Quando o preco rompe com forca perto da media 200 plana, indica movimento direcional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 compressao de volatilidade (range &lt; 0.6%) precede expansoes violentas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Stop no swing mais proximo = risco controlado e objetivo de 5x o risco (5R)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Operamos apenas na direcao da tendencia da SMA20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2560320" cy="146304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BALEIA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Surge perto da SMA200</a:t>
            </a:r>
            <a:br/>
            <a:r>
              <a:t>SMA200 plana</a:t>
            </a:r>
            <a:br/>
            <a:r>
              <a:t>Nada a esquerda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754880"/>
            <a:ext cx="2560320" cy="146304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50F"/>
                </a:solidFill>
                <a:latin typeface="Calibri"/>
              </a:defRPr>
            </a:pPr>
            <a:r>
              <a:t>COMP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Range &lt; 0.6%</a:t>
            </a:r>
            <a:br/>
            <a:r>
              <a:t>Proximo da SMA20</a:t>
            </a:r>
            <a:br/>
            <a:r>
              <a:t>Compressao + expansao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754880"/>
            <a:ext cx="2560320" cy="146304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BFF"/>
                </a:solidFill>
                <a:latin typeface="Calibri"/>
              </a:defRPr>
            </a:pPr>
            <a:r>
              <a:t>SURGE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Esticada na zona</a:t>
            </a:r>
            <a:br/>
            <a:r>
              <a:t>da SMA200</a:t>
            </a:r>
            <a:br/>
            <a:r>
              <a:t>Com/sem tendencia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4754880"/>
            <a:ext cx="2560320" cy="146304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3946"/>
                </a:solidFill>
                <a:latin typeface="Calibri"/>
              </a:defRPr>
            </a:pPr>
            <a:r>
              <a:t>FILTROS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Body &gt; 60% do range</a:t>
            </a:r>
            <a:br/>
            <a:r>
              <a:t>Stop 0.05%-5%</a:t>
            </a:r>
            <a:br/>
            <a:r>
              <a:t>Max 1 posicao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Parametros Tecnicos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384048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98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SYMBOL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98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BTCUSDT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Par negociado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82495"/>
            <a:ext cx="10515600" cy="384048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TIMEFRAME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00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00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Velas de 5 minutos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84831"/>
            <a:ext cx="10515600" cy="384048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SMA20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 periodos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103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Media movel rapida (~100min)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87168"/>
            <a:ext cx="10515600" cy="384048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054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SMA200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054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200 periodos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5054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Media movel lenta (~16h)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889503"/>
            <a:ext cx="10515600" cy="384048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077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COMP_PCT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9077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90779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Range maximo para compressao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91839"/>
            <a:ext cx="10515600" cy="384048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31012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ZONE_PCT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31012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310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Largura da zona da SMA200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694176"/>
            <a:ext cx="10515600" cy="384048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71246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POWER_MIN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71246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7124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Proporcao minima corpo/sombra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96512"/>
            <a:ext cx="10515600" cy="384048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114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LOOKLEFT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114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30 velas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114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Lookback para 'nada a esquerda'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98848"/>
            <a:ext cx="10515600" cy="384048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517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SWING_LOOKBACK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517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12 velas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5171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Lookback para swing stop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901184"/>
            <a:ext cx="10515600" cy="384048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TARGET_R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9194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Alvo em múltiplos do risco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303520"/>
            <a:ext cx="10515600" cy="384048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321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SLOPE_THRESH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321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0.05%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53218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Limiar para considerar plana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705856"/>
            <a:ext cx="10515600" cy="384048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724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Calibri"/>
              </a:defRPr>
            </a:pPr>
            <a:r>
              <a:t>POLL_SEC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724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180s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724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Intervalo entre verificacoes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Regras de Entrada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SINAL BALEIA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Preco faz surge dentro da zona da SMA200 (ZONE_PCT)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SMA200 esta plana (slope &lt; SLOPE_THRESH)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Nada a esquerda: preco rompeu max/min dos ultimos LOOKLEFT candles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LONG: close &gt; open, preco &gt; SMA20 e &gt; SMA200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SHORT: close &lt; open, preco &lt; SMA20 e &lt; SMA200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50F"/>
                </a:solidFill>
                <a:latin typeface="Calibri"/>
              </a:defRPr>
            </a:pPr>
            <a:r>
              <a:t>SINAL COMP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Range das ultimas ZONE_LOOKBACK velas &lt; COMP_PCT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Preco esta a menos de 0.3% da SMA20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LONG: preco &gt; SMA20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SHORT: preco &lt; SMA20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Compressao + direcao = expansao iminente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SINAL SURGE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Surge dentro da zona da SMA200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SMA200 plana OU SMA20 com tendencia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LONG: close &gt; open, preco &gt; SMA20 e &gt; SMA200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SHORT: close &lt; open, preco &lt; SMA20 e &lt; SMA200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3946"/>
                </a:solidFill>
                <a:latin typeface="Calibri"/>
              </a:defRPr>
            </a:pPr>
            <a:r>
              <a:t>FILTRO GERAL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Corpo do candle &gt; 60% do range total (POWER_MIN)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Stop de swing entre 0.05% e 5% do preco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Nao entrar se preco no lado oposto da SMA20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Maximo 1 posicao por vez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Gerenciamento de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3946"/>
                </a:solidFill>
                <a:latin typeface="Calibri"/>
              </a:defRPr>
            </a:pPr>
            <a:r>
              <a:t>STOP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Baseado no swing low (LONG) ou swing high (SHORT)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Lookback de SWING_LOOKBACK (12) velas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Risco entre 0.05% e 5% do preco de entrada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Stop loss enviado como ordem na Binance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Calibri"/>
              </a:defRPr>
            </a:pPr>
            <a:r>
              <a:t>TAKE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Alvo fixo de TARGET_R = 5 vezes o risco (5R)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Calculado: entry +/- (risco * entry * 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Take profit enviado como ordem na Binance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Nao move stop para breakeven (Hold ou 5R)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MONITORAMENTO DA POSICAO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cada ciclo o bot verifica se a posicao aberta foi atingida (stop, alvo ou reversao)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Reversao: preco cruza a SMA20 no sentido oposto com folga de 0.3% — saida parcial ou total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Se reversao com lucro &gt; 0.2R, sai no lucro acumulado; se nao, sai com -0.5R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Registro de R multiplo salvo para analise de desempenho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Tudo persistido em JSON (baleia_bot_state.json) para restart seguro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Execucao e Automacao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Polling a cada POLL_SEC (180s = 3 min) na API REST da Binance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 de 350 candles 5m para calcular indicadores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Deteccao de setups no loop principal — apenas 1 entrada por vez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Notificacao via Telegram com detalhes: entry, stop, target, risco, tipo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Execucao automatica opcional via Binance Executor (mercado + stop + target)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Suporte a Testnet Binance para simulacao sem risco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Heartbeat a cada 30 min no Telegram informando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Fluxo do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1. Baixar dados da Binance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2. Verificar posicao aberta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3. Se sem posicao: detectar setups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4. Se setup novo: enviar sinal Telegram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5. Se executor ativo: criar ordens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6. Salvar estado -&gt; aguardar 3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4114800"/>
            <a:ext cx="5029200" cy="22860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Entrada: emoji + tipo + side + preco + stop + alvo + risco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Fechamento: WIN/LOSS + R multiplo + motivo (stop/alvo/reversao)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Heartbeat: 'Bot ativo' + status a cada 30 min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Suporte a Markdown para formatacao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Cuidados e Consideracoes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NUNCA deixe EXECUTAR_REAL=true sem testar exaustivamente na Testnet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Mercado crypto 24/7 — o bot opera 24h, mas nem todo setup e viavel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Em mercado lateral (range), os sinais podem sofrer whipsaw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 bot NAO move stop para breakeven — risco de levar -1R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Reversao na SMA20 pode cortar lucros prematuramente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Keep the bot running: estado salvo permite restart seguro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Monitore os heartbeat do Telegram para garantir que esta rodando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solidFill>
            <a:srgbClr val="1E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Simulacao de Banca (Capital Inicial: R$ 1.000 / $200 USDT)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Risco por operacao: 1-2% do capital (ex: $200 -&gt; risco max $2-4)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Alvo 5R = se acertar 1 de cada 5, ja esta no breakeven (20% winrate)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Winrate necessario para break-even com 5R: ~16.7%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Gestao de banca: ajustar CAPITAL_USDT no .env e reduzir risco em sequencia de losses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853"/>
                </a:solidFill>
                <a:latin typeface="Calibri"/>
              </a:defRPr>
            </a:pPr>
            <a:r>
              <a:t>BALEIA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5A5A6"/>
                </a:solidFill>
                <a:latin typeface="Calibri"/>
              </a:defRPr>
            </a:pPr>
            <a:r>
              <a:t>"Surfar com as baleias, na zona da media 200"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Estrategia de rompimento com alta relacao risco-retorno (5R)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Usa confluencia de: media 200 plana, surge, compressao e nada a esquerda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 tipos de sinal: BALEIA (forte), COMP (compressao), SURGE (esticada)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Pronto para operar ao vivo com Telegram e execucao opcional via Binance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by muril | Maio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